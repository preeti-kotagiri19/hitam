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unstop.com/blog/cognizant-genc-exam-pattern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Cognizant (CTS) GenC Campus Recruitment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2026 Batch Exam Pattern, Eligibility &amp; Preparation Strategy</a:t>
            </a:r>
          </a:p>
          <a:p>
            <a:pPr>
              <a:defRPr sz="2000"/>
            </a:pPr>
            <a:r>
              <a:t>Presenter: Placement Cell /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Recruitment Overview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GenC – ₹4.0 LPA</a:t>
            </a:r>
          </a:p>
          <a:p>
            <a:pPr>
              <a:defRPr sz="2000"/>
            </a:pPr>
            <a:r>
              <a:t>GenC Pro – ₹5.0–5.5 LPA</a:t>
            </a:r>
          </a:p>
          <a:p>
            <a:pPr>
              <a:defRPr sz="2000"/>
            </a:pPr>
            <a:r>
              <a:t>GenC Next – ₹6.75 LPA</a:t>
            </a:r>
          </a:p>
          <a:p>
            <a:pPr>
              <a:defRPr sz="2000"/>
            </a:pPr>
            <a:r>
              <a:t>Performance-based role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Academic Eligibility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17945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dirty="0"/>
              <a:t>Minimum Percentage: Consistent 60% or above in Class X, XII, Diploma, UG, and PG (strictly no rounding off from 59.9%) Scribd Brochure.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Backlog Policy: No standing arrears/backlogs permitted at the time of registration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Eligible Streams: B.E / B.Tech / M.E / M.Tech / MCA / M.Sc. (CS &amp; IT branches and allied circuits like ECE, EEE)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Academic Gap: Maximum of 2 years allowed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2026 Recruitment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5782" y="1097280"/>
            <a:ext cx="320531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/>
              <a:t>		</a:t>
            </a:r>
            <a:r>
              <a:rPr dirty="0"/>
              <a:t>Registration 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		</a:t>
            </a:r>
            <a:r>
              <a:rPr dirty="0"/>
              <a:t>Screening </a:t>
            </a:r>
            <a:endParaRPr lang="en-US" dirty="0"/>
          </a:p>
          <a:p>
            <a:pPr>
              <a:defRPr sz="2000"/>
            </a:pPr>
            <a:r>
              <a:rPr lang="en-US" dirty="0"/>
              <a:t>	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dirty="0"/>
              <a:t>Communication &amp; Aptitude</a:t>
            </a:r>
            <a:endParaRPr lang="en-US" dirty="0"/>
          </a:p>
          <a:p>
            <a:pPr>
              <a:defRPr sz="2000"/>
            </a:pPr>
            <a:r>
              <a:rPr lang="en-US" dirty="0"/>
              <a:t>	</a:t>
            </a:r>
            <a:r>
              <a:rPr dirty="0"/>
              <a:t> 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       </a:t>
            </a:r>
            <a:r>
              <a:rPr dirty="0"/>
              <a:t>Technical Assessment</a:t>
            </a:r>
            <a:endParaRPr lang="en-US" dirty="0"/>
          </a:p>
          <a:p>
            <a:pPr>
              <a:defRPr sz="2000"/>
            </a:pPr>
            <a:r>
              <a:rPr lang="en-US" dirty="0"/>
              <a:t>	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      </a:t>
            </a:r>
            <a:r>
              <a:rPr dirty="0"/>
              <a:t>Technical + HR Interview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1F52107-43F4-7FD7-ADC8-C8B44462DC61}"/>
              </a:ext>
            </a:extLst>
          </p:cNvPr>
          <p:cNvSpPr/>
          <p:nvPr/>
        </p:nvSpPr>
        <p:spPr>
          <a:xfrm>
            <a:off x="3282549" y="1494503"/>
            <a:ext cx="484632" cy="54077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F5851E5-44D0-63B9-B9C4-3ABAEE4AFAFC}"/>
              </a:ext>
            </a:extLst>
          </p:cNvPr>
          <p:cNvSpPr/>
          <p:nvPr/>
        </p:nvSpPr>
        <p:spPr>
          <a:xfrm>
            <a:off x="3282549" y="2378430"/>
            <a:ext cx="484632" cy="54077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99BB5AF-6973-779F-E869-609B50B6117D}"/>
              </a:ext>
            </a:extLst>
          </p:cNvPr>
          <p:cNvSpPr/>
          <p:nvPr/>
        </p:nvSpPr>
        <p:spPr>
          <a:xfrm>
            <a:off x="3282549" y="3323750"/>
            <a:ext cx="484632" cy="54077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B8CCD22-7B6A-5085-C55A-A283AAB09150}"/>
              </a:ext>
            </a:extLst>
          </p:cNvPr>
          <p:cNvSpPr/>
          <p:nvPr/>
        </p:nvSpPr>
        <p:spPr>
          <a:xfrm>
            <a:off x="3282549" y="4269070"/>
            <a:ext cx="484632" cy="54077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Round 1A – Communication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30727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dirty="0"/>
              <a:t>Format: Online, automated AI evaluation (~60 minutes duration)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Campus Monk Overview.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Core Sections: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Reading: Reading aloud onscreen passages to evaluate pronunciation. Grammar &amp;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Sentence Correction: Identifying syntax errors and structuring sentences. Listen &amp;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Repeat: Listening to recorded sentences via the microphone and repeating them.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Important Note: This functions as an elimination round evaluating baseline communication fluency Campus Monk Overview.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Round 1B – Aptitude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7087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endParaRPr lang="en-US" dirty="0"/>
          </a:p>
          <a:p>
            <a:pPr fontAlgn="base"/>
            <a:r>
              <a:rPr lang="en-US" b="1" dirty="0"/>
              <a:t>Format</a:t>
            </a:r>
            <a:r>
              <a:rPr lang="en-US" dirty="0"/>
              <a:t>: Online assessment, ~80 minutes duration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Key Features: No negative marking implemented.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Includes a blend of traditional MCQs and game-based aptitude modules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Section Split: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Quantitative Aptitude: Arithmetic (percentages, profit &amp; loss, time-work), elementary algebra, and mensuration.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Logical Reasoning: Data interpretation, patterns, puzzles, and deductive logic</a:t>
            </a:r>
            <a:r>
              <a:rPr lang="en-US" u="sng" dirty="0">
                <a:hlinkClick r:id="rId2"/>
              </a:rPr>
              <a:t> </a:t>
            </a:r>
            <a:endParaRPr lang="en-US" u="sng" dirty="0"/>
          </a:p>
          <a:p>
            <a:pPr fontAlgn="base"/>
            <a:endParaRPr lang="en-US" u="sng" dirty="0"/>
          </a:p>
          <a:p>
            <a:pPr fontAlgn="base"/>
            <a:r>
              <a:rPr lang="en-US" dirty="0"/>
              <a:t>Verbal English: Sentence completion, vocabulary, and reading comprehension.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Round 2 – Technical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81133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Format:</a:t>
            </a:r>
            <a:r>
              <a:rPr lang="en-US" dirty="0"/>
              <a:t> Mandatorily conducted offline at designated centers / campuses (~105 to 120 minutes)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Attempt Policy: Strictly only one attempt is allowed across all technical tracks Scribd Brochure.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Cluster Choice System: Candidates must excel in their selected tech domain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Cluster 1 </a:t>
            </a:r>
            <a:r>
              <a:rPr lang="en-US" dirty="0"/>
              <a:t>(Default Track): Java + ANSI SQL + HTML/CSS/JavaScript Scribd Brochure.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Cluster 2 </a:t>
            </a:r>
            <a:r>
              <a:rPr lang="en-US" dirty="0"/>
              <a:t>(Optional Track): Python + ANSI SQL + Cloud Fundamentals Unstop Hiring Guide.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Cluster 3 </a:t>
            </a:r>
            <a:r>
              <a:rPr lang="en-US" dirty="0"/>
              <a:t>(Optional Track): C# + ANSI SQL + HTML/CSS/JavaScript Unstop Hiring Guide. 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Round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1155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Cluster 1 &amp; 3 Structure (Java / C#):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2 Coding Questions: Focused on Arrays, Strings, basic math, and logic (Easy-to-Medium). Advanced DSA is rarely required YouTube Technical Overview.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2 SQL Queries: Medium difficulty multi-table schema joins and data retrieval.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1 Web Scenario: UI feature design using HTML, CSS, and JS (e.g., configuring clock hands/timers)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Cluster 2 Structure (Python):</a:t>
            </a:r>
          </a:p>
          <a:p>
            <a:pPr fontAlgn="base"/>
            <a:r>
              <a:rPr lang="en-US" dirty="0"/>
              <a:t>2 Coding Questions: Python logic and fundamental data structures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2 SQL Queries: Database schema interpretation and validation YouTube Technical Overview.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10 Cloud MCQs: Foundational questions covering AWS/Azure or generic cloud architectures YouTube Technical Overview.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Round 3 – Technical &amp; HR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1" y="1097280"/>
            <a:ext cx="83466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dirty="0"/>
              <a:t>Format: Face-to-face, offline interview conducted by subject matter experts Scribd Brochure.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Technical Focus Areas:</a:t>
            </a:r>
          </a:p>
          <a:p>
            <a:pPr fontAlgn="base"/>
            <a:r>
              <a:rPr lang="en-US" dirty="0"/>
              <a:t>Deep dive into project architecture, technology choices, and your personal contribution.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Strong focus on core Object-Oriented Programming (OOPs) concepts and DBMS queries.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 err="1"/>
              <a:t>GenC</a:t>
            </a:r>
            <a:r>
              <a:rPr lang="en-US" dirty="0"/>
              <a:t> Next candidates are thoroughly grilled on Data Structures &amp; Algorithms (DSA) Campus Monk Overview.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HR &amp; Behavioral Evaluation: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Assessment of problem-solving mindset, soft skills, and flexibility to relocate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Evaluation of shift availability and willingness to adapt to new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Crucial Tips to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CTS GenC Campus Recruitment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A3D50-65B9-0424-1833-64FFAA9CDEF3}"/>
              </a:ext>
            </a:extLst>
          </p:cNvPr>
          <p:cNvSpPr txBox="1"/>
          <p:nvPr/>
        </p:nvSpPr>
        <p:spPr>
          <a:xfrm>
            <a:off x="825910" y="1042219"/>
            <a:ext cx="74331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SQL is King: Do not neglect SQL queries. It holds massive weightage and remains common across all 3 testing clusters.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1-Question Rule: To stay safely in the selection pool, you must successfully clear at least 1 complete coding question with all test cases passing YouTube Technical Overview.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Web UI Templates: Attempt at least 20% to 50% of the Web-based functional questions to secure critical partial marking YouTube Technical Overview.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Document Readiness: Ensure your official name and Date of Birth on your registration form exactly match your 10th marksheet and PAN card to avoid rejection Unstop Hiring Guide.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817</Words>
  <Application>Microsoft Office PowerPoint</Application>
  <PresentationFormat>On-screen Show (4:3)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2026-06-21T16:29:41Z</dcterms:modified>
  <cp:category/>
</cp:coreProperties>
</file>