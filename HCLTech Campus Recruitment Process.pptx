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40facff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f40facff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f40facff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f40facff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f40facff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f40facff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f40facff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f40facff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40facff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f40facff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f40facff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f40facff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f40facff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f40facff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hcltech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HCLTech Campus Recruitment Process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Guide for Freshers &amp; Final Year Students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Eligibility Criteria</a:t>
            </a:r>
            <a:r>
              <a:rPr lang="en"/>
              <a:t>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Academic Threshold:</a:t>
            </a:r>
            <a:r>
              <a:rPr lang="en" sz="2200">
                <a:solidFill>
                  <a:schemeClr val="dk1"/>
                </a:solidFill>
              </a:rPr>
              <a:t> Minimum 60% (or 6.0 CGPA) in 10th, 12th, and Graduation.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Eligible Degrees:</a:t>
            </a:r>
            <a:r>
              <a:rPr lang="en" sz="2200">
                <a:solidFill>
                  <a:schemeClr val="dk1"/>
                </a:solidFill>
              </a:rPr>
              <a:t> B.E. / B.Tech / M.Tech / MCA.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Backlog Policy:</a:t>
            </a:r>
            <a:r>
              <a:rPr lang="en" sz="2200">
                <a:solidFill>
                  <a:schemeClr val="dk1"/>
                </a:solidFill>
              </a:rPr>
              <a:t> Zero active backlogs at the time of appearance.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Selection Process Overview 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Stage 1:</a:t>
            </a:r>
            <a:r>
              <a:rPr lang="en" sz="2200">
                <a:solidFill>
                  <a:schemeClr val="dk1"/>
                </a:solidFill>
              </a:rPr>
              <a:t> Online Assessment (Aptitude &amp; Coding)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54545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Stage 2:</a:t>
            </a:r>
            <a:r>
              <a:rPr lang="en" sz="2200">
                <a:solidFill>
                  <a:schemeClr val="dk1"/>
                </a:solidFill>
              </a:rPr>
              <a:t> Communication Round (GD / JAM / Voice Test)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54545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Stage 3:</a:t>
            </a:r>
            <a:r>
              <a:rPr lang="en" sz="2200">
                <a:solidFill>
                  <a:schemeClr val="dk1"/>
                </a:solidFill>
              </a:rPr>
              <a:t> Technical Interview (Core Tech &amp; Projects)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54545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54545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Stage 4:</a:t>
            </a:r>
            <a:r>
              <a:rPr lang="en" sz="2200">
                <a:solidFill>
                  <a:schemeClr val="dk1"/>
                </a:solidFill>
              </a:rPr>
              <a:t> HR Interview (Behavioral &amp; Culture Fit)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Stage 1 – Online Assessment Breakdown 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Aptitude Test:</a:t>
            </a:r>
            <a:r>
              <a:rPr lang="en" sz="2200">
                <a:solidFill>
                  <a:schemeClr val="dk1"/>
                </a:solidFill>
              </a:rPr>
              <a:t> Quantitative, logical reasoning, and verbal ability.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Technical MCQs:</a:t>
            </a:r>
            <a:r>
              <a:rPr lang="en" sz="2200">
                <a:solidFill>
                  <a:schemeClr val="dk1"/>
                </a:solidFill>
              </a:rPr>
              <a:t> Pseudo-code, OS, DBMS, Networking, and OOPs concepts.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Coding Section:</a:t>
            </a:r>
            <a:r>
              <a:rPr lang="en" sz="2200">
                <a:solidFill>
                  <a:schemeClr val="dk1"/>
                </a:solidFill>
              </a:rPr>
              <a:t> 1–2 hands-on coding problems (C, C++, Java, or Python).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Stage 2 – Communication Evaluation 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Format:</a:t>
            </a:r>
            <a:r>
              <a:rPr lang="en" sz="2200">
                <a:solidFill>
                  <a:schemeClr val="dk1"/>
                </a:solidFill>
              </a:rPr>
              <a:t> Group Discussion (GD), Just-A-Minute (JAM), or automated voice test.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Focus Areas:</a:t>
            </a:r>
            <a:r>
              <a:rPr lang="en" sz="2200">
                <a:solidFill>
                  <a:schemeClr val="dk1"/>
                </a:solidFill>
              </a:rPr>
              <a:t> Fluency, grammar, active listening, and structural thinking.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Purpose:</a:t>
            </a:r>
            <a:r>
              <a:rPr lang="en" sz="2200">
                <a:solidFill>
                  <a:schemeClr val="dk1"/>
                </a:solidFill>
              </a:rPr>
              <a:t> To evaluate corporate communication readiness.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Stage 3 – Technical Interview Focus </a:t>
            </a:r>
            <a:endParaRPr b="1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Core Concepts:</a:t>
            </a:r>
            <a:r>
              <a:rPr lang="en" sz="2200">
                <a:solidFill>
                  <a:schemeClr val="dk1"/>
                </a:solidFill>
              </a:rPr>
              <a:t> Data Structures &amp; Algorithms (DSA) and Object-Oriented Programming (OOPs).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54545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Project Review:</a:t>
            </a:r>
            <a:r>
              <a:rPr lang="en" sz="2200">
                <a:solidFill>
                  <a:schemeClr val="dk1"/>
                </a:solidFill>
              </a:rPr>
              <a:t> Deep dive into your final-year project role and tech stack.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54545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54545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Resume Verification:</a:t>
            </a:r>
            <a:r>
              <a:rPr lang="en" sz="2200">
                <a:solidFill>
                  <a:schemeClr val="dk1"/>
                </a:solidFill>
              </a:rPr>
              <a:t> Questions based on your listed skills and certifications.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Stage 4 – HR Interview &amp; Final Fitment </a:t>
            </a:r>
            <a:endParaRPr b="1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Behavioral Check:</a:t>
            </a:r>
            <a:r>
              <a:rPr lang="en" sz="2200">
                <a:solidFill>
                  <a:schemeClr val="dk1"/>
                </a:solidFill>
              </a:rPr>
              <a:t> Standard behavioral questions and situational judgment.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Flexibility:</a:t>
            </a:r>
            <a:r>
              <a:rPr lang="en" sz="2200">
                <a:solidFill>
                  <a:schemeClr val="dk1"/>
                </a:solidFill>
              </a:rPr>
              <a:t> Discussion regarding shift timings and job relocation requests.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Next Steps:</a:t>
            </a:r>
            <a:r>
              <a:rPr lang="en" sz="2200">
                <a:solidFill>
                  <a:schemeClr val="dk1"/>
                </a:solidFill>
              </a:rPr>
              <a:t> Document verification and offer letter rollout details.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 &amp; Next Steps </a:t>
            </a:r>
            <a:endParaRPr b="1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Application Link:</a:t>
            </a:r>
            <a:r>
              <a:rPr lang="en" sz="2200">
                <a:solidFill>
                  <a:schemeClr val="dk1"/>
                </a:solidFill>
              </a:rPr>
              <a:t> Apply via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hcltech.com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Preparation Tip:</a:t>
            </a:r>
            <a:r>
              <a:rPr lang="en" sz="2200">
                <a:solidFill>
                  <a:schemeClr val="dk1"/>
                </a:solidFill>
              </a:rPr>
              <a:t> Revise fundamental coding concepts and practice mock interviews.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Q&amp;A:</a:t>
            </a:r>
            <a:r>
              <a:rPr lang="en" sz="2200">
                <a:solidFill>
                  <a:schemeClr val="dk1"/>
                </a:solidFill>
              </a:rPr>
              <a:t> Open floor for questions.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